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nickfedor.github.io/watchtower/" TargetMode="External"/><Relationship Id="rId2" Type="http://schemas.openxmlformats.org/officeDocument/2006/relationships/hyperlink" Target="https://hub.docker.com/r/nickfedor/watchtower" TargetMode="External"/><Relationship Id="rId3" Type="http://schemas.openxmlformats.org/officeDocument/2006/relationships/hyperlink" Target="https://github.com/containrrr/watchtower" TargetMode="External"/><Relationship Id="rId4" Type="http://schemas.openxmlformats.org/officeDocument/2006/relationships/hyperlink" Target="https://github.com/containrrr/watchtower/issues/2122" TargetMode="External"/><Relationship Id="rId5" Type="http://schemas.openxmlformats.org/officeDocument/2006/relationships/hyperlink" Target="https://nickfedor.github.io/watchtower/container-selection/" TargetMode="External"/><Relationship Id="rId6" Type="http://schemas.openxmlformats.org/officeDocument/2006/relationships/hyperlink" Target="https://nickfedor.github.io/watchtower/notifications/" TargetMode="External"/><Relationship Id="rId7" Type="http://schemas.openxmlformats.org/officeDocument/2006/relationships/hyperlink" Target="https://hub.docker.com/_/registry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822960" cy="8229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05156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YZV 322E · APPLIED DATA ENGINEERING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92024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Tool Presentation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14400" y="237744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Watchtower</a:t>
            </a:r>
            <a:endParaRPr lang="en-US" sz="9600" dirty="0"/>
          </a:p>
        </p:txBody>
      </p:sp>
      <p:sp>
        <p:nvSpPr>
          <p:cNvPr id="7" name="Text 4"/>
          <p:cNvSpPr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Docker container updates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914400" y="4846320"/>
            <a:ext cx="36576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5120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297680" y="5120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</a:t>
            </a:r>
            <a:endParaRPr lang="en-US" sz="11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[XXXXXXXXX]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680960" y="5120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" y="62179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Mehmet Tunçel · ITU Dept. of AI and Data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Watchtower?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single-binary daemon that runs as a Docker container itself, polls the registries that produced the images of your other running containers, and — when it spots a newer image — pulls it and recreates the container with the same configuration.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maintained by the containrrr community, the upstream repo was archived in December 2025 after a Docker v29 API break. The actively-maintained nickfedor fork is a drop-in replacement and is what this demo uses.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589520" y="2011680"/>
            <a:ext cx="393192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8120" y="22402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1812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(v2tec → containrrr)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18120" y="2880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81812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archived Dec 2025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18120" y="35204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FORK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818120" y="3749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nickfedor/watchtower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18120" y="4160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818120" y="4389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18120" y="4800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18120" y="5029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18120" y="54406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18120" y="5669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MB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06424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MOTIVATION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chore Watchtower removes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Docker user has typed this loop hundreds of times. It scales linearly with the number of services and is the first thing that gets skipped when a team is busy — and that's exactly when CVEs accumulate.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548640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971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WATCHTOWER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update loop, per service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3794760"/>
            <a:ext cx="5029200" cy="1691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9319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pull postgres:16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stop pg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rm pg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-d --name pg ...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repeat for every service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2743200"/>
            <a:ext cx="5029200" cy="3291840"/>
          </a:xfrm>
          <a:prstGeom prst="rect">
            <a:avLst/>
          </a:prstGeom>
          <a:solidFill>
            <a:srgbClr val="F8FAFC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2971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WATCHTOWER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2084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container that watches the rest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720840" y="3794760"/>
            <a:ext cx="4572000" cy="1691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393192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-d \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-v /var/run/docker.sock:\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/var/run/docker.sock \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nickfedor/watchtower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done. forever.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06424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 among neighbours</a:t>
            </a:r>
            <a:endParaRPr lang="en-US" sz="4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72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474720"/>
                <a:gridCol w="2743200"/>
                <a:gridCol w="246888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Watchtower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Polls registry, auto-restarts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host, small fleets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 review, no rollback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Diun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Polls registry, only notifies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 that want a human in the loop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still apply updates by hand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Renovate Bot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PRs against your repo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GitOps / IaC repos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Heavier setup; needs CI/CD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 (kured/keel)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orchestration + image policies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clusters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Massive overkill for one host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Watchtower is deliberately the simplest option on this list — that is its design philosophy, not a missing feature.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06424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COURSE CONNECTION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 in the YZV 322E stack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Watchtower belongs to the Docker family from the seven core tools. It sits one layer above Compose: it does not start your stack — it keeps it patched while it runs.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4297680"/>
            <a:ext cx="192024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434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800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:latest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71800" y="4297680"/>
            <a:ext cx="192024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4434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71800" y="4800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:latest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20640" y="4297680"/>
            <a:ext cx="192024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4434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4800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:latest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69480" y="4297680"/>
            <a:ext cx="192024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9480" y="4434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269480" y="4800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:latest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418320" y="4297680"/>
            <a:ext cx="192024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0" y="4434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18320" y="4800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:latest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017520"/>
            <a:ext cx="27432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3291840"/>
            <a:ext cx="365760" cy="3657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394960" y="3200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Watchtower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394960" y="3520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polls every 30s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783080" y="3931920"/>
            <a:ext cx="0" cy="36576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5" name="Shape 22"/>
          <p:cNvSpPr/>
          <p:nvPr/>
        </p:nvSpPr>
        <p:spPr>
          <a:xfrm>
            <a:off x="3931920" y="3931920"/>
            <a:ext cx="0" cy="36576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6080760" y="3931920"/>
            <a:ext cx="0" cy="36576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8229600" y="3931920"/>
            <a:ext cx="0" cy="36576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8" name="Shape 25"/>
          <p:cNvSpPr/>
          <p:nvPr/>
        </p:nvSpPr>
        <p:spPr>
          <a:xfrm>
            <a:off x="10378440" y="3931920"/>
            <a:ext cx="0" cy="36576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9" name="Shape 26"/>
          <p:cNvSpPr/>
          <p:nvPr/>
        </p:nvSpPr>
        <p:spPr>
          <a:xfrm>
            <a:off x="822960" y="5486400"/>
            <a:ext cx="10515600" cy="640080"/>
          </a:xfrm>
          <a:prstGeom prst="rect">
            <a:avLst/>
          </a:prstGeom>
          <a:solidFill>
            <a:srgbClr val="ECFE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05840" y="553212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maintainer publishes nginx 1.27.x or postgres 16.x, Watchtower pulls it and recreates the container with the same compose-defined config — no human required.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106424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socket, one polling loop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2140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21488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the socket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37360" y="269748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Watchtower mounts /var/run/docker.sock — the same API every Docker CLI call uses.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54864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2103120"/>
            <a:ext cx="6400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12140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98080" y="21488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running containers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98080" y="269748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lists containers, reads each image's local digest, and checks for the opt-in label.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54864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434840"/>
            <a:ext cx="6400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4531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37360" y="4480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the registry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37360" y="502920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watched container it fetches the registry manifest. Different digest ⇒ a new build exists.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4160520"/>
            <a:ext cx="54864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4434840"/>
            <a:ext cx="6400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44531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98080" y="4480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and recreate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98080" y="502920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pulls the new image, stops the old container with SIGTERM, and starts a fresh one with identical settings.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poll interval: 24 hours. The demo overrides this to 30 seconds.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06424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SETUP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services, one Compose file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858000" cy="4572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64922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registry: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registry:2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["5000:5000"]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localhost:5000/myapp:latest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["8090:80"]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com.centurylinklabs.watchtower.enable=true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watchtower: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nickfedor/watchtower:latest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/var/run/docker.sock:/var/run/docker.sock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WATCHTOWER_POLL_INTERVAL=30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WATCHTOWER_LABEL_ENABLE=true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WATCHTOWER_CLEANUP=true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863840" y="1828800"/>
            <a:ext cx="36576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0" y="1828800"/>
            <a:ext cx="54864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9244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label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92440" y="23317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containers with this label are watched. Safer than "watch everything".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63840" y="3383280"/>
            <a:ext cx="36576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0" y="3383280"/>
            <a:ext cx="54864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0" y="3566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socket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92440" y="38862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Watchtower talks to the daemon. Mount it read-only in production.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0" y="4937760"/>
            <a:ext cx="36576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0" y="4937760"/>
            <a:ext cx="54864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0" y="5120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92440" y="54406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images are removed after a successful update — disk stays bounded.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06424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DEMO 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v1 to v2 in 30 seconds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25780" y="219456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" y="2423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00100" y="31089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stack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0100" y="3886200"/>
            <a:ext cx="205740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1540" y="39319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./scripts/start.sh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0100" y="45720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+ app v1.0.0 + watchtower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0108" y="3749040"/>
            <a:ext cx="182880" cy="182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360420" y="219456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34740" y="2423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3634740" y="31089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app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634740" y="3886200"/>
            <a:ext cx="205740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26180" y="39319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http://localhost:8090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634740" y="45720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shows v1.0.0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748" y="3749040"/>
            <a:ext cx="182880" cy="18288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195060" y="219456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69380" y="2423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20" name="Text 16"/>
          <p:cNvSpPr/>
          <p:nvPr/>
        </p:nvSpPr>
        <p:spPr>
          <a:xfrm>
            <a:off x="6469380" y="31089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 new release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469380" y="3886200"/>
            <a:ext cx="205740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560820" y="39319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./scripts/release.sh v2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469380" y="45720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+ push to local registry</a:t>
            </a:r>
            <a:endParaRPr lang="en-US" sz="12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9388" y="3749040"/>
            <a:ext cx="182880" cy="18288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9029700" y="2194560"/>
            <a:ext cx="2606040" cy="3291840"/>
          </a:xfrm>
          <a:prstGeom prst="rect">
            <a:avLst/>
          </a:prstGeom>
          <a:solidFill>
            <a:srgbClr val="ECFEFF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9304020" y="2423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27" name="Text 22"/>
          <p:cNvSpPr/>
          <p:nvPr/>
        </p:nvSpPr>
        <p:spPr>
          <a:xfrm>
            <a:off x="9304020" y="31089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Auto-update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9304020" y="3886200"/>
            <a:ext cx="205740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9395460" y="39319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(wait ~30s, refresh)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9304020" y="45720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now shows v2.0.0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flow keeps PostgreSQL, NiFi, Elasticsearch, Airflow patched in any Compose stack.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1106424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REPOSITORY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 the repo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4572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52120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watchtower-demo/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README.md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docker-compose.yml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.env.example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AI_USAGE.md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Dockerfile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html/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index.html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scripts/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start.sh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release.sh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logs.sh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stop.sh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screenshots/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0" y="21945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prerequisites + copy-pasteable commands. Anyone with Docker can reproduce.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2971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33375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services, ~25 lines. The whole stack in one file.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4114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scripts/release.sh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44805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'product release' button — rebuilds and pushes a new image. Triggers Watchtower.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5257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AI_USAGE.md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56235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Discloses how Claude was used to draft and what was verified by hand.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06424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read more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6576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DOCS</a:t>
            </a:r>
            <a:endParaRPr lang="en-US" sz="1200" dirty="0"/>
          </a:p>
        </p:txBody>
      </p:sp>
      <p:sp>
        <p:nvSpPr>
          <p:cNvPr id="6" name="Text 4">
            <a:hlinkClick r:id="rId1" tooltip=""/>
          </p:cNvPr>
          <p:cNvSpPr/>
          <p:nvPr/>
        </p:nvSpPr>
        <p:spPr>
          <a:xfrm>
            <a:off x="3931920" y="21945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https://nickfedor.github.io/watchtower/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IMAGE</a:t>
            </a:r>
            <a:endParaRPr lang="en-US" sz="12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3931920" y="26974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https://hub.docker.com/r/nickfedor/watchtower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(ARCHIVED)</a:t>
            </a:r>
            <a:endParaRPr lang="en-US" sz="1200" dirty="0"/>
          </a:p>
        </p:txBody>
      </p:sp>
      <p:sp>
        <p:nvSpPr>
          <p:cNvPr id="10" name="Text 8">
            <a:hlinkClick r:id="rId3" tooltip=""/>
          </p:cNvPr>
          <p:cNvSpPr/>
          <p:nvPr/>
        </p:nvSpPr>
        <p:spPr>
          <a:xfrm>
            <a:off x="3931920" y="3200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https://github.com/containrrr/watchtower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ISSUE</a:t>
            </a:r>
            <a:endParaRPr lang="en-US" sz="1200" dirty="0"/>
          </a:p>
        </p:txBody>
      </p:sp>
      <p:sp>
        <p:nvSpPr>
          <p:cNvPr id="12" name="Text 10">
            <a:hlinkClick r:id="rId4" tooltip=""/>
          </p:cNvPr>
          <p:cNvSpPr/>
          <p:nvPr/>
        </p:nvSpPr>
        <p:spPr>
          <a:xfrm>
            <a:off x="3931920" y="37033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https://github.com/containrrr/watchtower/issues/2122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SELECTION</a:t>
            </a:r>
            <a:endParaRPr lang="en-US" sz="1200" dirty="0"/>
          </a:p>
        </p:txBody>
      </p:sp>
      <p:sp>
        <p:nvSpPr>
          <p:cNvPr id="14" name="Text 12">
            <a:hlinkClick r:id="rId5" tooltip=""/>
          </p:cNvPr>
          <p:cNvSpPr/>
          <p:nvPr/>
        </p:nvSpPr>
        <p:spPr>
          <a:xfrm>
            <a:off x="3931920" y="42062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https://nickfedor.github.io/watchtower/container-selection/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709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16" name="Text 14">
            <a:hlinkClick r:id="rId6" tooltip=""/>
          </p:cNvPr>
          <p:cNvSpPr/>
          <p:nvPr/>
        </p:nvSpPr>
        <p:spPr>
          <a:xfrm>
            <a:off x="3931920" y="4709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https://nickfedor.github.io/watchtower/notifications/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212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REGISTRY</a:t>
            </a:r>
            <a:endParaRPr lang="en-US" sz="1200" dirty="0"/>
          </a:p>
        </p:txBody>
      </p:sp>
      <p:sp>
        <p:nvSpPr>
          <p:cNvPr id="18" name="Text 16">
            <a:hlinkClick r:id="rId7" tooltip=""/>
          </p:cNvPr>
          <p:cNvSpPr/>
          <p:nvPr/>
        </p:nvSpPr>
        <p:spPr>
          <a:xfrm>
            <a:off x="3931920" y="52120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https://hub.docker.com/_/registry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Questions welcome.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Watchtower — YZV 322E Tool Presentation</dc:title>
  <dc:subject>PptxGenJS Presentation</dc:subject>
  <dc:creator>YZV 322E Student</dc:creator>
  <cp:lastModifiedBy>YZV 322E Student</cp:lastModifiedBy>
  <cp:revision>1</cp:revision>
  <dcterms:created xsi:type="dcterms:W3CDTF">2026-05-01T19:14:33Z</dcterms:created>
  <dcterms:modified xsi:type="dcterms:W3CDTF">2026-05-01T19:14:33Z</dcterms:modified>
</cp:coreProperties>
</file>